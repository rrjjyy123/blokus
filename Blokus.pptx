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9" r:id="rId10"/>
    <p:sldId id="263" r:id="rId11"/>
    <p:sldId id="264" r:id="rId12"/>
    <p:sldId id="265" r:id="rId13"/>
    <p:sldId id="270" r:id="rId14"/>
    <p:sldId id="266" r:id="rId15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99FF"/>
    <a:srgbClr val="CC66FF"/>
    <a:srgbClr val="000066"/>
    <a:srgbClr val="0033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85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987A0CF-21B7-451E-918A-2CFD5DB83B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5551557-40CA-4ADF-9F0C-7AB30777834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/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EE8B5880-7581-449A-BD5B-B84EB1449C8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6210355D-7E72-4883-A93C-BBC00CDE69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EBAB5C-DF4E-432A-B526-1CA41D375B59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9AF81115-37EA-4553-81A1-0FF01AC7EF2D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76400"/>
            <a:ext cx="7772400" cy="182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 noProof="0"/>
              <a:t>마스터 제목 스타일 편집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03620ABF-B230-4BB2-B17B-BF7EC1685959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ko-KR" altLang="en-US" noProof="0"/>
              <a:t>마스터 부제목 스타일 편집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FDFA44DC-B581-4337-9C48-DBF3CCFF096D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C13149EC-29BD-45A4-9C3D-DB4407C30E1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E31691FE-BD9D-424A-847C-A7F76049C64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B4A92D-23AD-4A41-9482-BFFAF357015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random/>
    <p:sndAc>
      <p:stSnd>
        <p:snd r:embed="rId1" name="coin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CB84B-DAF9-4737-BAD2-107B32E19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A48182-99F3-4F38-A0A2-04A94FD28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23AD07-E161-442C-A9D2-E109F6FD0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C1F389-6983-452F-9A5C-E37457F2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3505FF-6430-4086-AA49-E827ED2D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3CEC4C-5E34-4707-B480-5C627D7AC8C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9182303"/>
      </p:ext>
    </p:extLst>
  </p:cSld>
  <p:clrMapOvr>
    <a:masterClrMapping/>
  </p:clrMapOvr>
  <p:transition spd="med">
    <p:random/>
    <p:sndAc>
      <p:stSnd>
        <p:snd r:embed="rId1" name="coin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0CD648-48D5-4368-923E-1CEED9B5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875560-6D06-475F-905C-94804A72A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B9FE22-E6E3-41BE-BF9B-46B82CCB7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4C05F1-68BF-4013-9721-E1D37552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72AEF2-6D2A-4BD7-8E1D-ED61B400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F7472D-9A8C-4CE5-AB70-9980CC5BE65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93780781"/>
      </p:ext>
    </p:extLst>
  </p:cSld>
  <p:clrMapOvr>
    <a:masterClrMapping/>
  </p:clrMapOvr>
  <p:transition spd="med">
    <p:random/>
    <p:sndAc>
      <p:stSnd>
        <p:snd r:embed="rId1" name="coin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C73BF-62C6-436D-B98B-01ED6B18C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29CC36-2577-43FE-9823-863B77478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31F9AA-7126-4F5C-9637-84B0E4422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D60E7F-40F2-4948-BE4A-286E7247D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DA08E3-6E6A-45E6-AF45-905FE7683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38028B-9868-4A5D-9C0F-5F12D0E09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58A57B-2C7E-4A45-9E91-B61E13E8B00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4332350"/>
      </p:ext>
    </p:extLst>
  </p:cSld>
  <p:clrMapOvr>
    <a:masterClrMapping/>
  </p:clrMapOvr>
  <p:transition spd="med">
    <p:random/>
    <p:sndAc>
      <p:stSnd>
        <p:snd r:embed="rId1" name="coin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5E2F9-4C6B-4597-88C3-4AEA159D7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87E942-A4ED-4E68-847F-D6C45A039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B78AB9-F7B3-4EBD-AC3E-B3CACCC69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3D429E-B6F0-46AD-96E8-C710DAAE9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7B4F5C-7B3C-4EC0-AACB-B7A57348D4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1CC890-495E-4F96-A895-F15349CA3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BCBCAF-89AC-46B8-BF41-4485290A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9B38C9-E1C5-431B-B0D3-EAEDCE7CA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BE689-3BF6-499E-BC54-529BCEB9F9A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8652223"/>
      </p:ext>
    </p:extLst>
  </p:cSld>
  <p:clrMapOvr>
    <a:masterClrMapping/>
  </p:clrMapOvr>
  <p:transition spd="med">
    <p:random/>
    <p:sndAc>
      <p:stSnd>
        <p:snd r:embed="rId1" name="coin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AB2D6-E19E-4292-8757-E122B500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5E721C-7FA7-4CB0-BE98-5BCA9CF7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CF19EA-2B0F-4266-9963-FAEC9EB0F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BA1E56-5D41-4D39-8004-839B2802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A20C6E-05B0-41A2-8985-B8B730C652A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1568678"/>
      </p:ext>
    </p:extLst>
  </p:cSld>
  <p:clrMapOvr>
    <a:masterClrMapping/>
  </p:clrMapOvr>
  <p:transition spd="med">
    <p:random/>
    <p:sndAc>
      <p:stSnd>
        <p:snd r:embed="rId1" name="coin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F68886-AFE4-448D-8CD3-4F4BD7180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CB91034-CDCE-49E7-B2D2-58CC1D770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B4A525-4FAB-4848-9C3C-053D3FEDC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7A1361-4C63-4BEE-881A-495C3AC66D0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08322148"/>
      </p:ext>
    </p:extLst>
  </p:cSld>
  <p:clrMapOvr>
    <a:masterClrMapping/>
  </p:clrMapOvr>
  <p:transition spd="med">
    <p:random/>
    <p:sndAc>
      <p:stSnd>
        <p:snd r:embed="rId1" name="coin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86BDF-88D9-4D21-8B57-9E354BB9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10D2E-22AF-4F2B-9FCD-42DA6425F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09E6D4-852A-442C-9DC6-B6F3A7D74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3633DB-35F3-48C4-8438-A050A4056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99214E-1873-4937-BBAC-9076C4411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A77042-EC52-4F30-BD49-D127B768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78A974-4B60-4737-90CA-834DA0C2024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8964537"/>
      </p:ext>
    </p:extLst>
  </p:cSld>
  <p:clrMapOvr>
    <a:masterClrMapping/>
  </p:clrMapOvr>
  <p:transition spd="med">
    <p:random/>
    <p:sndAc>
      <p:stSnd>
        <p:snd r:embed="rId1" name="coin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B57CAC-434B-4D10-B8B9-404F47C4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BE9C9F-5B45-4EE5-8D1C-A3286D4A7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F0A5F2-6FDF-42F8-B5AE-738805AF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F43151-2FAD-44E2-A898-2E9C81F0A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89741E-99A9-4A67-A2E2-40F2CCB1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B7388A-8D40-42ED-ADDE-AD22D557B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486138-6182-4D76-ACF4-81FF4319675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6075169"/>
      </p:ext>
    </p:extLst>
  </p:cSld>
  <p:clrMapOvr>
    <a:masterClrMapping/>
  </p:clrMapOvr>
  <p:transition spd="med">
    <p:random/>
    <p:sndAc>
      <p:stSnd>
        <p:snd r:embed="rId1" name="coin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AB6C5D-BABC-4878-96A9-142403510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63D692-0368-4FE8-A4A1-8A08A9602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4C3123-F8D6-49C4-BCD7-38BC12201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60BB8-85FA-4E04-B266-A31AF11C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80DFC-197F-4AB8-B13A-1A44AF31F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195AF7-5BC9-430E-973D-EE08C360BC7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9197988"/>
      </p:ext>
    </p:extLst>
  </p:cSld>
  <p:clrMapOvr>
    <a:masterClrMapping/>
  </p:clrMapOvr>
  <p:transition spd="med">
    <p:random/>
    <p:sndAc>
      <p:stSnd>
        <p:snd r:embed="rId1" name="coin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3F14F6-3FB5-44A1-915F-3679580C3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CB2415-7114-4C5D-B897-03EE2382A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4791C9-C172-44D6-BAAE-1C1165A2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7B3145-3956-428D-9F23-4560E7B9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2FB2D6-0152-45CE-B253-894255F9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2C7F4A-DA98-4F11-A6EB-EC7439C1F50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087149"/>
      </p:ext>
    </p:extLst>
  </p:cSld>
  <p:clrMapOvr>
    <a:masterClrMapping/>
  </p:clrMapOvr>
  <p:transition spd="med">
    <p:random/>
    <p:sndAc>
      <p:stSnd>
        <p:snd r:embed="rId1" name="coin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F566CFE0-6A6F-47B0-BABB-60D45A9235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63654CE-7526-41F5-8589-DC99C70C5B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78CCD59D-A01E-43A8-86FF-11F8BB8098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ko-KR"/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F84D74C4-DC79-4589-BFC5-3863A2558CA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ko-KR"/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BEBB0B66-F7C3-4E14-B1DA-CE4AD0298A4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C432B6BA-8433-4723-B192-E17A9BE442AB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ransition spd="med">
    <p:random/>
    <p:sndAc>
      <p:stSnd>
        <p:snd r:embed="rId13" name="coin.wav"/>
      </p:stSnd>
    </p:sndAc>
  </p:transition>
  <p:txStyles>
    <p:titleStyle>
      <a:lvl1pPr algn="l" rtl="0" fontAlgn="base" latinLnBrk="1">
        <a:spcBef>
          <a:spcPct val="0"/>
        </a:spcBef>
        <a:spcAft>
          <a:spcPct val="0"/>
        </a:spcAft>
        <a:defRPr kumimoji="1" sz="60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Y산B" pitchFamily="18" charset="-127"/>
          <a:ea typeface="HY산B" pitchFamily="18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Y산B" pitchFamily="18" charset="-127"/>
          <a:ea typeface="HY산B" pitchFamily="18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Y산B" pitchFamily="18" charset="-127"/>
          <a:ea typeface="HY산B" pitchFamily="18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Y산B" pitchFamily="18" charset="-127"/>
          <a:ea typeface="HY산B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Y산B" pitchFamily="18" charset="-127"/>
          <a:ea typeface="HY산B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Y산B" pitchFamily="18" charset="-127"/>
          <a:ea typeface="HY산B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Y산B" pitchFamily="18" charset="-127"/>
          <a:ea typeface="HY산B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Y산B" pitchFamily="18" charset="-127"/>
          <a:ea typeface="HY산B" pitchFamily="18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kumimoji="1" sz="4800" kern="1200">
          <a:solidFill>
            <a:schemeClr val="folHlink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DC2EB4B-EFF3-494D-974B-55C1B92993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9600" b="1"/>
              <a:t>Blokus</a:t>
            </a:r>
            <a:r>
              <a:rPr lang="en-US" altLang="ko-KR" sz="9600" b="1">
                <a:latin typeface="Arial" panose="020B0604020202020204" pitchFamily="34" charset="0"/>
              </a:rPr>
              <a:t> </a:t>
            </a:r>
            <a:endParaRPr lang="en-US" altLang="ko-KR" sz="9600" b="1"/>
          </a:p>
        </p:txBody>
      </p:sp>
      <p:pic>
        <p:nvPicPr>
          <p:cNvPr id="2052" name="Picture 4" descr="블로커서임">
            <a:extLst>
              <a:ext uri="{FF2B5EF4-FFF2-40B4-BE49-F238E27FC236}">
                <a16:creationId xmlns:a16="http://schemas.microsoft.com/office/drawing/2014/main" id="{271038D0-166F-4118-B375-067ED080C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1557338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C50A7341-680C-4217-8A2A-980A5D6CDE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31913" y="3789363"/>
            <a:ext cx="6400800" cy="1752600"/>
          </a:xfrm>
        </p:spPr>
        <p:txBody>
          <a:bodyPr/>
          <a:lstStyle/>
          <a:p>
            <a:endParaRPr lang="en-US" altLang="ko-KR" sz="6600">
              <a:solidFill>
                <a:srgbClr val="003399"/>
              </a:solidFill>
            </a:endParaRPr>
          </a:p>
        </p:txBody>
      </p:sp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09D4B02D-5E8E-4DE3-9D29-D97F4FB9E1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구성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018E54B-464E-4240-AEA6-E4E2B2CDD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4300"/>
              <a:t>네모칸 </a:t>
            </a:r>
            <a:r>
              <a:rPr lang="en-US" altLang="ko-KR" sz="4300"/>
              <a:t>400</a:t>
            </a:r>
            <a:r>
              <a:rPr lang="ko-KR" altLang="en-US" sz="4300"/>
              <a:t>개가 그려진 게임판</a:t>
            </a:r>
          </a:p>
          <a:p>
            <a:r>
              <a:rPr lang="ko-KR" altLang="en-US"/>
              <a:t>퍼즐 </a:t>
            </a:r>
            <a:r>
              <a:rPr lang="en-US" altLang="ko-KR"/>
              <a:t>84</a:t>
            </a:r>
            <a:r>
              <a:rPr lang="ko-KR" altLang="en-US"/>
              <a:t>개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/>
              <a:t>(4</a:t>
            </a:r>
            <a:r>
              <a:rPr lang="ko-KR" altLang="en-US"/>
              <a:t>가지 색깔별로 각각</a:t>
            </a:r>
            <a:r>
              <a:rPr lang="ko-KR" altLang="en-US" sz="5400">
                <a:solidFill>
                  <a:srgbClr val="FF0000"/>
                </a:solidFill>
              </a:rPr>
              <a:t> </a:t>
            </a:r>
            <a:r>
              <a:rPr lang="en-US" altLang="ko-KR" sz="5400">
                <a:solidFill>
                  <a:srgbClr val="FF0000"/>
                </a:solidFill>
              </a:rPr>
              <a:t>21</a:t>
            </a:r>
            <a:r>
              <a:rPr lang="ko-KR" altLang="en-US"/>
              <a:t>개 조각</a:t>
            </a:r>
            <a:r>
              <a:rPr lang="en-US" altLang="ko-KR"/>
              <a:t>)</a:t>
            </a:r>
          </a:p>
        </p:txBody>
      </p:sp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AB82A20-78EC-451A-A829-81931D7A0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게임 목표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EAE9711-2C2A-4CD1-A25D-451138A16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5400"/>
              <a:t>각 게임자가 자신의 퍼즐 </a:t>
            </a:r>
            <a:r>
              <a:rPr lang="en-US" altLang="ko-KR" sz="5400"/>
              <a:t>21</a:t>
            </a:r>
            <a:r>
              <a:rPr lang="ko-KR" altLang="en-US" sz="5400"/>
              <a:t>개를 모두 게임판 위에 배열하는 것</a:t>
            </a:r>
          </a:p>
        </p:txBody>
      </p:sp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ED5DF4E-20C3-4312-9A88-C9EF9EB6B8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게임 진행 방식 </a:t>
            </a:r>
            <a:r>
              <a:rPr lang="en-US" altLang="ko-KR" b="1"/>
              <a:t>1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5CFF5AA-2D38-41D8-8979-6B3689A364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가위바위보로 각자의 퍼즐색깔과 순서 정하기 </a:t>
            </a:r>
          </a:p>
          <a:p>
            <a:pPr>
              <a:buFontTx/>
              <a:buChar char="-"/>
            </a:pPr>
            <a:r>
              <a:rPr lang="ko-KR" altLang="en-US"/>
              <a:t>시계방향으로 돌기</a:t>
            </a:r>
          </a:p>
          <a:p>
            <a:pPr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008FE84-D793-4A2B-AEA0-7917CD8EF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게임 진행 방식 </a:t>
            </a:r>
            <a:r>
              <a:rPr lang="en-US" altLang="ko-KR" b="1"/>
              <a:t>2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4AC1BD1-7162-4C93-A2EA-D1A4A58B65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첫 번 게임자가 우선 마음대로 퍼즐을 한 개 집어서 게임판 네 모퉁이 중 하나에 배열한다</a:t>
            </a:r>
            <a:r>
              <a:rPr lang="en-US" altLang="ko-KR"/>
              <a:t>.</a:t>
            </a:r>
          </a:p>
        </p:txBody>
      </p:sp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10" name="Picture 6" descr="블로커스임1">
            <a:extLst>
              <a:ext uri="{FF2B5EF4-FFF2-40B4-BE49-F238E27FC236}">
                <a16:creationId xmlns:a16="http://schemas.microsoft.com/office/drawing/2014/main" id="{C9720469-E514-4030-8525-FC74B815C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04813"/>
            <a:ext cx="7993063" cy="5995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4BA22AB-0D33-4BB0-8C27-9E749F40C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게임 진행 방식 </a:t>
            </a:r>
            <a:r>
              <a:rPr lang="en-US" altLang="ko-KR" b="1"/>
              <a:t>3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70753BB-DE63-415E-ADFE-02F9022966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다음 순서의 게임자들도 차례로 게임판 모퉁이 중 하나에 퍼즐을 놓는다</a:t>
            </a:r>
            <a:r>
              <a:rPr lang="en-US" altLang="ko-KR"/>
              <a:t>.</a:t>
            </a:r>
          </a:p>
        </p:txBody>
      </p:sp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F51F40C-B5C0-49CC-B247-4FE099E9D4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게임 진행 방식 </a:t>
            </a:r>
            <a:r>
              <a:rPr lang="en-US" altLang="ko-KR" b="1"/>
              <a:t>4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CD1B8DF-3E94-417C-A73A-5B5BEA5DC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44675"/>
            <a:ext cx="8229600" cy="4752975"/>
          </a:xfrm>
        </p:spPr>
        <p:txBody>
          <a:bodyPr/>
          <a:lstStyle/>
          <a:p>
            <a:r>
              <a:rPr lang="ko-KR" altLang="en-US" sz="4400"/>
              <a:t>이어서 게임자들은 순서대로 돌아가면서 퍼즐을 놓되</a:t>
            </a:r>
            <a:r>
              <a:rPr lang="en-US" altLang="ko-KR" sz="4400"/>
              <a:t>, </a:t>
            </a:r>
            <a:r>
              <a:rPr lang="ko-KR" altLang="en-US">
                <a:solidFill>
                  <a:srgbClr val="FF0000"/>
                </a:solidFill>
              </a:rPr>
              <a:t>다른 색깔의 퍼즐 </a:t>
            </a:r>
            <a:r>
              <a:rPr lang="ko-KR" altLang="en-US" sz="4400"/>
              <a:t>측면은 닿아도 되나</a:t>
            </a:r>
            <a:r>
              <a:rPr lang="ko-KR" altLang="en-US" sz="4400">
                <a:solidFill>
                  <a:srgbClr val="FF0000"/>
                </a:solidFill>
              </a:rPr>
              <a:t> </a:t>
            </a:r>
            <a:r>
              <a:rPr lang="ko-KR" altLang="en-US" sz="4400"/>
              <a:t>항상</a:t>
            </a:r>
            <a:r>
              <a:rPr lang="ko-KR" altLang="en-US">
                <a:solidFill>
                  <a:srgbClr val="FF0000"/>
                </a:solidFill>
              </a:rPr>
              <a:t> 자신의 퍼즐 </a:t>
            </a:r>
            <a:r>
              <a:rPr lang="ko-KR" altLang="en-US" sz="4400"/>
              <a:t>측면이 닿는 것은 피하여</a:t>
            </a:r>
            <a:r>
              <a:rPr lang="ko-KR" altLang="en-US">
                <a:solidFill>
                  <a:srgbClr val="FF0000"/>
                </a:solidFill>
              </a:rPr>
              <a:t> 모서리</a:t>
            </a:r>
            <a:r>
              <a:rPr lang="ko-KR" altLang="en-US" sz="4400"/>
              <a:t>가 닿도록 배열한다</a:t>
            </a:r>
            <a:r>
              <a:rPr lang="en-US" altLang="ko-KR" sz="4400"/>
              <a:t>.</a:t>
            </a:r>
          </a:p>
        </p:txBody>
      </p:sp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2" name="Picture 4" descr="블로커스임2">
            <a:extLst>
              <a:ext uri="{FF2B5EF4-FFF2-40B4-BE49-F238E27FC236}">
                <a16:creationId xmlns:a16="http://schemas.microsoft.com/office/drawing/2014/main" id="{843D1D27-2849-45DD-BD73-665A1A47C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0350"/>
            <a:ext cx="8424862" cy="605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1407BB51-2C59-452A-B931-2734360D5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게임 진행 방식 </a:t>
            </a:r>
            <a:r>
              <a:rPr lang="en-US" altLang="ko-KR" b="1"/>
              <a:t>5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2E7A3CF6-EF59-4048-81CF-6CAB61572E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퍼즐 조각은 아무 방향으로나 자유롭게 배치될 수 있으나</a:t>
            </a:r>
            <a:r>
              <a:rPr lang="en-US" altLang="ko-KR"/>
              <a:t>, </a:t>
            </a:r>
            <a:r>
              <a:rPr lang="ko-KR" altLang="en-US"/>
              <a:t>일단 한번 배치된 퍼즐은 게임이 끝날 때까지 그 자리에 놓인다</a:t>
            </a:r>
            <a:r>
              <a:rPr lang="en-US" altLang="ko-KR"/>
              <a:t>.</a:t>
            </a:r>
          </a:p>
        </p:txBody>
      </p:sp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4691F85-CA41-4743-B2C2-0EF50D78D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게임 진행 방식 </a:t>
            </a:r>
            <a:r>
              <a:rPr lang="en-US" altLang="ko-KR" b="1"/>
              <a:t>6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C968E98B-82E5-4715-B855-E6E14D623C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한 게임자의 진로가 막혀 더 이상 퍼즐을 놓지 못할 때 순서는 다음 게임자에게로 넘어간다</a:t>
            </a:r>
            <a:r>
              <a:rPr lang="en-US" altLang="ko-KR"/>
              <a:t>. </a:t>
            </a:r>
            <a:r>
              <a:rPr lang="ko-KR" altLang="en-US"/>
              <a:t>나머지 게임자들도 순서대로 게임을 계속한다</a:t>
            </a:r>
            <a:r>
              <a:rPr lang="en-US" altLang="ko-KR"/>
              <a:t>.</a:t>
            </a:r>
          </a:p>
        </p:txBody>
      </p:sp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DED7CCF-DBE2-4142-BD94-9AEDF9DDE1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404813"/>
            <a:ext cx="8229600" cy="1371600"/>
          </a:xfrm>
        </p:spPr>
        <p:txBody>
          <a:bodyPr/>
          <a:lstStyle/>
          <a:p>
            <a:r>
              <a:rPr lang="ko-KR" altLang="en-US" b="1"/>
              <a:t>게임 진행 방식 </a:t>
            </a:r>
            <a:r>
              <a:rPr lang="en-US" altLang="ko-KR" b="1"/>
              <a:t>7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E9D7E938-FB9D-42A0-894F-C5744AB4C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모든 게임자들의 진로가 막혀 더 이상 퍼즐을 배치할 수 없을 때 각자의 득점을 계산한다</a:t>
            </a:r>
            <a:r>
              <a:rPr lang="en-US" altLang="ko-KR"/>
              <a:t>.</a:t>
            </a:r>
          </a:p>
        </p:txBody>
      </p:sp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6" name="Picture 4" descr="블로커스임3">
            <a:extLst>
              <a:ext uri="{FF2B5EF4-FFF2-40B4-BE49-F238E27FC236}">
                <a16:creationId xmlns:a16="http://schemas.microsoft.com/office/drawing/2014/main" id="{C25E9BCD-9749-485D-87F5-12FE50D42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33375"/>
            <a:ext cx="8208962" cy="612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ADA62CFF-C507-412C-9BD5-4364BFCC8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081088"/>
          </a:xfrm>
        </p:spPr>
        <p:txBody>
          <a:bodyPr/>
          <a:lstStyle/>
          <a:p>
            <a:r>
              <a:rPr lang="ko-KR" altLang="en-US" b="1"/>
              <a:t>점수계산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7B4F129B-83B8-4FAA-9EE3-5F2986B0CA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48244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ko-KR" altLang="en-US" sz="4000"/>
              <a:t>게임을 마치면 남은 조각들로 점수를 계산하게 된다</a:t>
            </a:r>
            <a:r>
              <a:rPr lang="en-US" altLang="ko-KR" sz="4000"/>
              <a:t>.</a:t>
            </a:r>
          </a:p>
          <a:p>
            <a:pPr>
              <a:lnSpc>
                <a:spcPct val="80000"/>
              </a:lnSpc>
            </a:pPr>
            <a:r>
              <a:rPr lang="ko-KR" altLang="en-US" sz="4000"/>
              <a:t>블록조각의 </a:t>
            </a:r>
            <a:r>
              <a:rPr lang="ko-KR" altLang="en-US" sz="4000">
                <a:solidFill>
                  <a:srgbClr val="FF0000"/>
                </a:solidFill>
              </a:rPr>
              <a:t>사각형 하나가 </a:t>
            </a:r>
            <a:r>
              <a:rPr lang="en-US" altLang="ko-KR" sz="4000">
                <a:solidFill>
                  <a:srgbClr val="FF0000"/>
                </a:solidFill>
              </a:rPr>
              <a:t>1</a:t>
            </a:r>
            <a:r>
              <a:rPr lang="ko-KR" altLang="en-US" sz="4000">
                <a:solidFill>
                  <a:srgbClr val="FF0000"/>
                </a:solidFill>
              </a:rPr>
              <a:t>점</a:t>
            </a:r>
            <a:r>
              <a:rPr lang="ko-KR" altLang="en-US" sz="4000"/>
              <a:t>으로 블록조각이 많이 남아 있을 수록 점수가 낮다</a:t>
            </a:r>
            <a:r>
              <a:rPr lang="en-US" altLang="ko-KR" sz="4000"/>
              <a:t>. </a:t>
            </a:r>
          </a:p>
          <a:p>
            <a:pPr>
              <a:lnSpc>
                <a:spcPct val="80000"/>
              </a:lnSpc>
            </a:pPr>
            <a:r>
              <a:rPr lang="ko-KR" altLang="en-US" sz="4000"/>
              <a:t>즉</a:t>
            </a:r>
            <a:r>
              <a:rPr lang="en-US" altLang="ko-KR" sz="4000"/>
              <a:t>, </a:t>
            </a:r>
            <a:r>
              <a:rPr lang="ko-KR" altLang="en-US" sz="4000"/>
              <a:t>다섯조각 짜리 블록이 하나가 남았으면 </a:t>
            </a:r>
            <a:r>
              <a:rPr lang="en-US" altLang="ko-KR" sz="4000"/>
              <a:t>-5</a:t>
            </a:r>
            <a:r>
              <a:rPr lang="ko-KR" altLang="en-US" sz="4000"/>
              <a:t>점</a:t>
            </a:r>
            <a:r>
              <a:rPr lang="en-US" altLang="ko-KR" sz="4000"/>
              <a:t>, </a:t>
            </a:r>
            <a:r>
              <a:rPr lang="ko-KR" altLang="en-US" sz="4000"/>
              <a:t>네 조각짜리 블록이 남았으면 </a:t>
            </a:r>
            <a:r>
              <a:rPr lang="en-US" altLang="ko-KR" sz="4000"/>
              <a:t>-4, </a:t>
            </a:r>
            <a:r>
              <a:rPr lang="ko-KR" altLang="en-US" sz="4000"/>
              <a:t>이런 식으로 계산한다</a:t>
            </a:r>
            <a:r>
              <a:rPr lang="en-US" altLang="ko-KR" sz="4000"/>
              <a:t>.</a:t>
            </a:r>
          </a:p>
        </p:txBody>
      </p:sp>
    </p:spTree>
  </p:cSld>
  <p:clrMapOvr>
    <a:masterClrMapping/>
  </p:clrMapOvr>
  <p:transition spd="med">
    <p:random/>
    <p:sndAc>
      <p:stSnd>
        <p:snd r:embed="rId2" name="coin.wav"/>
      </p:stSnd>
    </p:sndAc>
  </p:transition>
</p:sld>
</file>

<file path=ppt/theme/theme1.xml><?xml version="1.0" encoding="utf-8"?>
<a:theme xmlns:a="http://schemas.openxmlformats.org/drawingml/2006/main" name="구김">
  <a:themeElements>
    <a:clrScheme name="구김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구김">
      <a:majorFont>
        <a:latin typeface="HY산B"/>
        <a:ea typeface="HY산B"/>
        <a:cs typeface=""/>
      </a:majorFont>
      <a:minorFont>
        <a:latin typeface="HY산B"/>
        <a:ea typeface="HY산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구김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구김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구김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구김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구김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구김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구김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구김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Textured</Template>
  <TotalTime>45</TotalTime>
  <Words>219</Words>
  <Application>Microsoft Office PowerPoint</Application>
  <PresentationFormat>화면 슬라이드 쇼(4:3)</PresentationFormat>
  <Paragraphs>26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굴림</vt:lpstr>
      <vt:lpstr>Arial</vt:lpstr>
      <vt:lpstr>HY산B</vt:lpstr>
      <vt:lpstr>Wingdings</vt:lpstr>
      <vt:lpstr>구김</vt:lpstr>
      <vt:lpstr>Blokus </vt:lpstr>
      <vt:lpstr>구성</vt:lpstr>
      <vt:lpstr>게임 목표</vt:lpstr>
      <vt:lpstr>게임 진행 방식 1</vt:lpstr>
      <vt:lpstr>게임 진행 방식 2</vt:lpstr>
      <vt:lpstr>PowerPoint 프레젠테이션</vt:lpstr>
      <vt:lpstr>게임 진행 방식 3</vt:lpstr>
      <vt:lpstr>게임 진행 방식 4</vt:lpstr>
      <vt:lpstr>PowerPoint 프레젠테이션</vt:lpstr>
      <vt:lpstr>게임 진행 방식 5</vt:lpstr>
      <vt:lpstr>게임 진행 방식 6</vt:lpstr>
      <vt:lpstr>게임 진행 방식 7</vt:lpstr>
      <vt:lpstr>PowerPoint 프레젠테이션</vt:lpstr>
      <vt:lpstr>점수계산</vt:lpstr>
    </vt:vector>
  </TitlesOfParts>
  <Company>한씨가족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Blokus</dc:title>
  <dc:creator>황띵띵</dc:creator>
  <cp:lastModifiedBy>USER</cp:lastModifiedBy>
  <cp:revision>5</cp:revision>
  <dcterms:created xsi:type="dcterms:W3CDTF">2008-04-17T14:37:06Z</dcterms:created>
  <dcterms:modified xsi:type="dcterms:W3CDTF">2026-09-03T03:41:45Z</dcterms:modified>
</cp:coreProperties>
</file>